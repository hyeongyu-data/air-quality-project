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기상청·에어코리아 지수 9종을 하루 4회 수집합니다. 결측과 실패를 구분하면서 Kafka를 거쳐 판정 이력을 저장하고 카카오톡·이메일·Slack으로 알림을 보냅니다.</a:t>
            </a:r>
          </a:p>
          <a:p>
            <a:r>
              <a:t>09.15 pytest 248개·커버리지 56.75% 확인. 지연은 기존 로컬 측정입니다. 별도 watcher의 발송 실패 후 재알림 억제 문제는 남아 있습니다.</a:t>
            </a:r>
          </a:p>
          <a:p>
            <a:r>
              <a:t>출처: 서울 기상 알림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시각·수집 시각·예정 실행 슬롯을 구분해 재시도의 이벤트 의미를 유지합니다.</a:t>
            </a:r>
          </a:p>
          <a:p>
            <a:r>
              <a:t>하단은 처리 결과별 분기입니다. 수동 커밋은 at-least-once이며 알림 중복 가능성을 완전히 없애지는 않습니다.</a:t>
            </a:r>
          </a:p>
          <a:p>
            <a:r>
              <a:t>09.15 pytest 248개·커버리지 56.75% 확인. 지연은 기존 로컬 측정입니다. 별도 watcher의 발송 실패 후 재알림 억제 문제는 남아 있습니다.</a:t>
            </a:r>
          </a:p>
          <a:p>
            <a:r>
              <a:t>출처: 서울 기상 알림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09.15 pytest 248개·커버리지 56.75% 확인. 지연은 기존 로컬 측정입니다. 별도 watcher의 발송 실패 후 재알림 억제 문제는 남아 있습니다.</a:t>
            </a:r>
          </a:p>
          <a:p>
            <a:r>
              <a:t>출처: 서울 기상 알림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서울 기상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2026.04–09 · 개인 프로젝트 | 담당: 수집 · 이벤트 처리 · 저장 · 알림 · 운영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공공 데이터를 상태 판정과 행동 권고로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기상청·에어코리아 지수 9종을 하루 4회 수집합니다. 결측과 실패를 구분하면서 Kafka를 거쳐 판정 이력을 저장하고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카카오톡·이메일·Slack으로 알림을 보냅니다.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결측은 정보없음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누락된 값을 0이나 좋은 상태로 바꾸지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재처리 가능한 이벤트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event ID upsert·수동 커밋·DLQ로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재처리 경로를 둡니다.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전송 결과에 따른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전송 성공 시 중복 억제 상태를 기록하고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실패를 추적합니다.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Python · Airflow · Kafka · OpenSearch · Docker Compose · 카카오 / 이메일 / Slack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서울 기상 알림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수집·판정·저장·알림의 실패 경계를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서울 기상 알림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수집과 이벤트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공공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기상청 · 에어코리아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KST 00 · 06 · 12 ·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버퍼 · 백로그 재생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계약 검증 · 등급 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발표 시각·수집 시각·예정 실행 슬롯을 구분해 재시도의 이벤트 의미를 유지합니다.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저장과 전달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OpenSearch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이력 · 공유 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알림 채널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카카오 · 이메일 · Slack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성공 시 쿨다운 반영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실패 처리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재연결 · 재시도 · DLQ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하단은 처리 결과별 분기입니다. 수동 커밋은 at-least-once이며 알림 중복 가능성을 완전히 없애지는 않습니다.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Kafka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장애 격리·재생 학습 목적 · 실배포 시 SQS 대안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검토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OpenSearch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이력 탐색·공유 상태 · 검색 요구가 없으면 SQLite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대안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규칙·환경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공인 기준 기반 판정 · 로컬 Docker · AWS 경로는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ADR로 보존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서울 기상 알림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결측·전송 결과·운영 개선을 한 화면에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서울 기상 알림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4회/일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정기 수집 · KST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4.4–16초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E2E · 기존 로컬 측정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100–300ms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메시지 처리 · 기존 측정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248개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09.15 pytest 통과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데이터 계약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정보없음 구분 · event_id · DLQ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전달·관측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처리 메트릭 · 구조화 로그 · 쿨다운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운영 경계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로컬 검증 · 대규모 처리량 주장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파일 기반 시크릿 주입 · 최소 권한·TLS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Airflow PostgreSQL·병렬 실행 · 고정 이미지 빌드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watcher·성능 측정 구현 · 외부 전송은 이번 미검증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운영 한계: watcher는 발송 실패에도 쿨다운 기록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09.15 pytest 248개·커버리지 56.75% 확인. 지연은 기존 로컬 측정입니다. 별도 watcher의 발송 실패 후 재알림 억제 문제는 남아 있습니다.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서울 기상 알림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